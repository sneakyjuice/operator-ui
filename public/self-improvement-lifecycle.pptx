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CONCEPT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Self-Improvement Lifecycle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autonomous AI systems learn from their own runs — turning every execution into a lesson the next run inherits.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489204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990088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90088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Debrief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73168" y="489204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57216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57216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40296" y="489204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24344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24344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07424" y="489204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491472" y="489204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91472" y="48920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0383012" y="5532120"/>
            <a:ext cx="0" cy="292608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714500" y="5824728"/>
            <a:ext cx="866851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714500" y="5532120"/>
            <a:ext cx="0" cy="292608"/>
          </a:xfrm>
          <a:prstGeom prst="line">
            <a:avLst/>
          </a:prstGeom>
          <a:noFill/>
          <a:ln w="25400">
            <a:solidFill>
              <a:srgbClr val="02C39A"/>
            </a:solidFill>
            <a:prstDash val="dash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822960" y="6035040"/>
            <a:ext cx="10474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every run makes the next run better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 with most AI systems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execute, but they don't accumulate. Lessons live in human memory, not the system.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109728" cy="1874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Amnesia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starts fresh. A mistake fixed today resurfaces next week because nothing was recorded.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5349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920240"/>
            <a:ext cx="109728" cy="1874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148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learning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depends on a human asking for a debrief or post-mortem. If no one asks, nothing is learned.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49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206240"/>
            <a:ext cx="109728" cy="1874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Forensic, not preventive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explain failures after the fact. Nothing stops the same failure from happening again.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4206240"/>
            <a:ext cx="534924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4206240"/>
            <a:ext cx="109728" cy="1874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443484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Drift across agents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720840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/ surfaces repeat each other's errors because there is no shared, evolving ruleset.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lifecycle: one closed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phases. The output of the last feeds the first — so the system compounds.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93392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103120"/>
            <a:ext cx="199339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225296" y="242316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2529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13232" y="36576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executes a task and emits a trace (logs, events).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23744" y="2103120"/>
            <a:ext cx="2011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06624" y="2103120"/>
            <a:ext cx="1993392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06624" y="2103120"/>
            <a:ext cx="199339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42316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06624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Debrief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2871216" y="36576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completion, the run is auto-inspected — no human trigger needed.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81728" y="2103120"/>
            <a:ext cx="2011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64608" y="2103120"/>
            <a:ext cx="1993392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64608" y="2103120"/>
            <a:ext cx="199339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5541264" y="242316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4126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864608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029200" y="36576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are parsed into structured findings: facts + failure patterns.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39712" y="2103120"/>
            <a:ext cx="2011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022592" y="2103120"/>
            <a:ext cx="1993392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22592" y="2103120"/>
            <a:ext cx="1993392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7699248" y="2423160"/>
            <a:ext cx="640080" cy="64008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69924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022592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7187184" y="36576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 are synthesized into proposed prevention rules.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8997696" y="2103120"/>
            <a:ext cx="20116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180576" y="2103120"/>
            <a:ext cx="1993392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80576" y="2103120"/>
            <a:ext cx="1993392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4" name="Shape 32"/>
          <p:cNvSpPr/>
          <p:nvPr/>
        </p:nvSpPr>
        <p:spPr>
          <a:xfrm>
            <a:off x="9857232" y="2423160"/>
            <a:ext cx="640080" cy="6400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8572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180576" y="315468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Patch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345168" y="3657600"/>
            <a:ext cx="16642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rules update the system's instructions + pre-flight gates.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0177272" y="5074920"/>
            <a:ext cx="0" cy="457200"/>
          </a:xfrm>
          <a:prstGeom prst="line">
            <a:avLst/>
          </a:prstGeom>
          <a:noFill/>
          <a:ln w="28575">
            <a:solidFill>
              <a:srgbClr val="02C39A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545336" y="5532120"/>
            <a:ext cx="8631936" cy="0"/>
          </a:xfrm>
          <a:prstGeom prst="line">
            <a:avLst/>
          </a:prstGeom>
          <a:noFill/>
          <a:ln w="28575">
            <a:solidFill>
              <a:srgbClr val="02C39A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545336" y="5074920"/>
            <a:ext cx="0" cy="457200"/>
          </a:xfrm>
          <a:prstGeom prst="line">
            <a:avLst/>
          </a:prstGeom>
          <a:noFill/>
          <a:ln w="28575">
            <a:solidFill>
              <a:srgbClr val="02C39A"/>
            </a:solidFill>
            <a:prstDash val="dash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548640" y="55778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patched rules shape the next run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pass, two kinds of learning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periodic reflection reads the system's own history once, then routes what it finds into two memory stores.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709160" y="20116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09160" y="201168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pass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(reads run history once)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080760" y="3017520"/>
            <a:ext cx="-3017520" cy="749808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" y="3886200"/>
            <a:ext cx="4480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886200"/>
            <a:ext cx="4480560" cy="12801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 arm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memory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4892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durable facts, preferences, and decisions.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system's context current.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5650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 system KNOWS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3017520"/>
            <a:ext cx="3017520" cy="749808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858000" y="3886200"/>
            <a:ext cx="44805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0" y="3886200"/>
            <a:ext cx="4480560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40690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arm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17804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registry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48920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error patterns and their recurrence.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repeats that deserve a rule.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78040" y="5650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what the system AVOIDS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shift: prevent, don't just diagnose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post-mortem only explains the past. A pre-flight gate changes the future.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20640" cy="4114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5120640" cy="6400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only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fails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456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3456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notices later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960120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40782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writes a post-mortem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60120" y="47000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47000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sits in a doc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53218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5321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failure recurs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5120640" cy="411480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965960"/>
            <a:ext cx="512064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9659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loop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20840" y="2834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78040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scanned BEFORE run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20840" y="345643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78040" y="3456432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 injected as guardrails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20840" y="407822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78040" y="407822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avoids the prior failure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20840" y="470001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78040" y="470001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findings auto-captured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720840" y="53218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178040" y="532180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 drops over time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760720" y="1965960"/>
            <a:ext cx="6400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 with a human checkpoint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proposes. A human approves. Self-modification never happens silently.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mines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850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patterns detected and counted automatically.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9544" y="2148840"/>
            <a:ext cx="3017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0" y="214884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49040" y="253288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4904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proposes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49040" y="36850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repeat, it drafts a concrete prevention rule.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35624" y="2148840"/>
            <a:ext cx="3017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0" y="214884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75120" y="2532888"/>
            <a:ext cx="548640" cy="548640"/>
          </a:xfrm>
          <a:prstGeom prst="ellipse">
            <a:avLst/>
          </a:prstGeom>
          <a:solidFill>
            <a:srgbClr val="1C7293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reviews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75120" y="36850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rules surface for periodic approval.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061704" y="2148840"/>
            <a:ext cx="3017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326880" y="2148840"/>
            <a:ext cx="269748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601200" y="2532888"/>
            <a:ext cx="548640" cy="54864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0" y="25328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32278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promoted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01200" y="368503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rules join the system's standing instructions.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120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68680" y="5212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can read its history and suggest improvements, but changes to its own rules require explicit human sign-off.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943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456432" cy="1783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3456432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Compounding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rises run-over-run instead of staying flat.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90872" y="1965960"/>
            <a:ext cx="3456432" cy="1783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1965960"/>
            <a:ext cx="3456432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cost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65192" y="2724912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repeat failures is cheaper than re-running and re-fixing.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58784" y="1965960"/>
            <a:ext cx="3456432" cy="1783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58784" y="1965960"/>
            <a:ext cx="3456432" cy="12801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833104" y="224028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human load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33104" y="2724912"/>
            <a:ext cx="2907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stops depending on someone remembering to ask.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that records its mistakes is good.</a:t>
            </a:r>
            <a:endParaRPr lang="en-US" sz="2300" dirty="0"/>
          </a:p>
          <a:p>
            <a:pPr indent="0" marL="0">
              <a:buNone/>
            </a:pPr>
            <a:r>
              <a:rPr lang="en-US" sz="2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system that stops repeating them is the goal.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Self-Improvement Lifecycle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881360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Agentic Self-Improvement Lifecycle</dc:title>
  <dc:subject>PptxGenJS Presentation</dc:subject>
  <dc:creator>Zion</dc:creator>
  <cp:lastModifiedBy>Zion</cp:lastModifiedBy>
  <cp:revision>1</cp:revision>
  <dcterms:created xsi:type="dcterms:W3CDTF">2026-06-15T23:00:03Z</dcterms:created>
  <dcterms:modified xsi:type="dcterms:W3CDTF">2026-06-15T23:00:03Z</dcterms:modified>
</cp:coreProperties>
</file>